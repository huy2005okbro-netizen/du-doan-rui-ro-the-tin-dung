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13b6cac81a4845" /><Relationship Type="http://schemas.openxmlformats.org/officeDocument/2006/relationships/extended-properties" Target="/docProps/app.xml" Id="R584a56158da747e1" /><Relationship Type="http://schemas.openxmlformats.org/officeDocument/2006/relationships/officeDocument" Target="/ppt/presentation.xml" Id="R8e38a36a9c2b4b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af7daf2664fd6"/>
  </p:sldMasterIdLst>
  <p:notesMasterIdLst>
    <p:notesMasterId xmlns:r="http://schemas.openxmlformats.org/officeDocument/2006/relationships" r:id="Re12309050bef4760"/>
  </p:notesMasterIdLst>
  <p:sldIdLst>
    <p:sldId xmlns:r="http://schemas.openxmlformats.org/officeDocument/2006/relationships" id="256" r:id="R779ad03351d54b39"/>
    <p:sldId xmlns:r="http://schemas.openxmlformats.org/officeDocument/2006/relationships" id="257" r:id="R56cf01c8cb884f67"/>
    <p:sldId xmlns:r="http://schemas.openxmlformats.org/officeDocument/2006/relationships" id="258" r:id="R0c67736331f44a18"/>
    <p:sldId xmlns:r="http://schemas.openxmlformats.org/officeDocument/2006/relationships" id="259" r:id="Ref7a135170a446c6"/>
    <p:sldId xmlns:r="http://schemas.openxmlformats.org/officeDocument/2006/relationships" id="260" r:id="R5110fe5c00b24659"/>
    <p:sldId xmlns:r="http://schemas.openxmlformats.org/officeDocument/2006/relationships" id="261" r:id="Rb549716c63c64499"/>
    <p:sldId xmlns:r="http://schemas.openxmlformats.org/officeDocument/2006/relationships" id="262" r:id="R59463bbe44524337"/>
    <p:sldId xmlns:r="http://schemas.openxmlformats.org/officeDocument/2006/relationships" id="263" r:id="Re48b3ea414bc4107"/>
    <p:sldId xmlns:r="http://schemas.openxmlformats.org/officeDocument/2006/relationships" id="264" r:id="Rd454454b1bdf4cb4"/>
    <p:sldId xmlns:r="http://schemas.openxmlformats.org/officeDocument/2006/relationships" id="265" r:id="R8a35bf4ccbda421f"/>
    <p:sldId xmlns:r="http://schemas.openxmlformats.org/officeDocument/2006/relationships" id="266" r:id="R42a09031e5e74f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dcbefaee954e1d" /><Relationship Type="http://schemas.openxmlformats.org/officeDocument/2006/relationships/slideMaster" Target="/ppt/slideMasters/slideMaster1.xml" Id="R77aaf7daf2664fd6" /><Relationship Type="http://schemas.openxmlformats.org/officeDocument/2006/relationships/notesMaster" Target="/ppt/notesMasters/notesMaster1.xml" Id="Re12309050bef4760" /><Relationship Type="http://schemas.openxmlformats.org/officeDocument/2006/relationships/presProps" Target="/ppt/presProps.xml" Id="R22821320ae494b2a" /><Relationship Type="http://schemas.openxmlformats.org/officeDocument/2006/relationships/tableStyles" Target="/ppt/tableStyles.xml" Id="R038d3e666ecf4bb4" /><Relationship Type="http://schemas.openxmlformats.org/officeDocument/2006/relationships/slide" Target="/ppt/slides/slide1.xml" Id="R779ad03351d54b39" /><Relationship Type="http://schemas.openxmlformats.org/officeDocument/2006/relationships/slide" Target="/ppt/slides/slide2.xml" Id="R56cf01c8cb884f67" /><Relationship Type="http://schemas.openxmlformats.org/officeDocument/2006/relationships/slide" Target="/ppt/slides/slide3.xml" Id="R0c67736331f44a18" /><Relationship Type="http://schemas.openxmlformats.org/officeDocument/2006/relationships/slide" Target="/ppt/slides/slide4.xml" Id="Ref7a135170a446c6" /><Relationship Type="http://schemas.openxmlformats.org/officeDocument/2006/relationships/slide" Target="/ppt/slides/slide5.xml" Id="R5110fe5c00b24659" /><Relationship Type="http://schemas.openxmlformats.org/officeDocument/2006/relationships/slide" Target="/ppt/slides/slide6.xml" Id="Rb549716c63c64499" /><Relationship Type="http://schemas.openxmlformats.org/officeDocument/2006/relationships/slide" Target="/ppt/slides/slide7.xml" Id="R59463bbe44524337" /><Relationship Type="http://schemas.openxmlformats.org/officeDocument/2006/relationships/slide" Target="/ppt/slides/slide8.xml" Id="Re48b3ea414bc4107" /><Relationship Type="http://schemas.openxmlformats.org/officeDocument/2006/relationships/slide" Target="/ppt/slides/slide9.xml" Id="Rd454454b1bdf4cb4" /><Relationship Type="http://schemas.openxmlformats.org/officeDocument/2006/relationships/slide" Target="/ppt/slides/slide10.xml" Id="R8a35bf4ccbda421f" /><Relationship Type="http://schemas.openxmlformats.org/officeDocument/2006/relationships/slide" Target="/ppt/slides/slide11.xml" Id="R42a09031e5e74f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73f66bce7940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71f3a9e76442f" /><Relationship Type="http://schemas.openxmlformats.org/officeDocument/2006/relationships/notesMaster" Target="/ppt/notesMasters/notesMaster1.xml" Id="R78ed28f7150b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11d8a92e364f11" /><Relationship Type="http://schemas.openxmlformats.org/officeDocument/2006/relationships/notesMaster" Target="/ppt/notesMasters/notesMaster1.xml" Id="Ra322d51764d247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9af208bb7d46d4" /><Relationship Type="http://schemas.openxmlformats.org/officeDocument/2006/relationships/notesMaster" Target="/ppt/notesMasters/notesMaster1.xml" Id="R103b76a0abb74d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17d96036cd4f52" /><Relationship Type="http://schemas.openxmlformats.org/officeDocument/2006/relationships/notesMaster" Target="/ppt/notesMasters/notesMaster1.xml" Id="R83e0971e56564e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ed9f99fa2e4cb0" /><Relationship Type="http://schemas.openxmlformats.org/officeDocument/2006/relationships/notesMaster" Target="/ppt/notesMasters/notesMaster1.xml" Id="R871070348b5b4b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48917d257e40e5" /><Relationship Type="http://schemas.openxmlformats.org/officeDocument/2006/relationships/notesMaster" Target="/ppt/notesMasters/notesMaster1.xml" Id="R8ea5f43d960441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1613d7095d4d30" /><Relationship Type="http://schemas.openxmlformats.org/officeDocument/2006/relationships/notesMaster" Target="/ppt/notesMasters/notesMaster1.xml" Id="R212c2a69b12f42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3e86bc5cc643e9" /><Relationship Type="http://schemas.openxmlformats.org/officeDocument/2006/relationships/notesMaster" Target="/ppt/notesMasters/notesMaster1.xml" Id="Rb4a1e0d6c7614a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15bc146725458e" /><Relationship Type="http://schemas.openxmlformats.org/officeDocument/2006/relationships/notesMaster" Target="/ppt/notesMasters/notesMaster1.xml" Id="Re529d627ffb54f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be820595544d9c" /><Relationship Type="http://schemas.openxmlformats.org/officeDocument/2006/relationships/notesMaster" Target="/ppt/notesMasters/notesMaster1.xml" Id="Rc75eeeca8d594b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f959819e6e4374" /><Relationship Type="http://schemas.openxmlformats.org/officeDocument/2006/relationships/notesMaster" Target="/ppt/notesMasters/notesMaster1.xml" Id="R68f0012c43394e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3b89728fc4d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d49a8684446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91b80c15a48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7002c23514b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b7395c1a248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e4be62621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03FB71-72E2-4206-8E12-670550F4B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E70419-4E25-486D-A5DF-8670615B6D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D0659D-8CBC-4FA8-ABC8-5000DB9C5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671FA4-6D3F-4C44-9993-3E244570B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1AC58E-20F5-4144-A189-C5EFA4C8AF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51F0A0-8997-4830-BCE5-8A99B866E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DB6C0C-D3E5-44BC-9E1F-BFE22824D2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64E025-FAF1-4B0E-90F2-03D277245B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33CFC-6CA2-400E-B7E9-D5910B648F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BD913C-E955-45A0-B770-4749115CB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2b0b481eb34f05" /><Relationship Type="http://schemas.openxmlformats.org/officeDocument/2006/relationships/slideLayout" Target="/ppt/slideLayouts/slideLayout1.xml" Id="R0e4391e029594703" /><Relationship Type="http://schemas.openxmlformats.org/officeDocument/2006/relationships/slideLayout" Target="/ppt/slideLayouts/slideLayout2.xml" Id="Rcb057cc109ed4b24" /><Relationship Type="http://schemas.openxmlformats.org/officeDocument/2006/relationships/slideLayout" Target="/ppt/slideLayouts/slideLayout3.xml" Id="R0e14e77417634b6f" /><Relationship Type="http://schemas.openxmlformats.org/officeDocument/2006/relationships/slideLayout" Target="/ppt/slideLayouts/slideLayout4.xml" Id="Re3a8510c9fec41a4" /><Relationship Type="http://schemas.openxmlformats.org/officeDocument/2006/relationships/slideLayout" Target="/ppt/slideLayouts/slideLayout5.xml" Id="R8c111d4414d848e0" /><Relationship Type="http://schemas.openxmlformats.org/officeDocument/2006/relationships/slideLayout" Target="/ppt/slideLayouts/slideLayout6.xml" Id="R6e551fb5c81a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391e029594703"/>
    <p:sldLayoutId xmlns:r="http://schemas.openxmlformats.org/officeDocument/2006/relationships" id="2147483650" r:id="Rcb057cc109ed4b24"/>
    <p:sldLayoutId xmlns:r="http://schemas.openxmlformats.org/officeDocument/2006/relationships" id="2147483651" r:id="R0e14e77417634b6f"/>
    <p:sldLayoutId xmlns:r="http://schemas.openxmlformats.org/officeDocument/2006/relationships" id="2147483652" r:id="Re3a8510c9fec41a4"/>
    <p:sldLayoutId xmlns:r="http://schemas.openxmlformats.org/officeDocument/2006/relationships" id="2147483653" r:id="R8c111d4414d848e0"/>
    <p:sldLayoutId xmlns:r="http://schemas.openxmlformats.org/officeDocument/2006/relationships" id="2147483654" r:id="R6e551fb5c81a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3068c1d8c34381" /><Relationship Type="http://schemas.openxmlformats.org/officeDocument/2006/relationships/notesSlide" Target="/ppt/notesSlides/notesSlide1.xml" Id="R7d27d29b1dde4d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ebf82e5b234033" /><Relationship Type="http://schemas.openxmlformats.org/officeDocument/2006/relationships/notesSlide" Target="/ppt/notesSlides/notesSlide2.xml" Id="R587457dacfc54a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e79cd358c48c0" /><Relationship Type="http://schemas.openxmlformats.org/officeDocument/2006/relationships/image" Target="/ppt/media/image.png" Id="R4bcef02889a44876" /><Relationship Type="http://schemas.openxmlformats.org/officeDocument/2006/relationships/notesSlide" Target="/ppt/notesSlides/notesSlide3.xml" Id="R1311451f1f6f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88c7ebbf9498f" /><Relationship Type="http://schemas.openxmlformats.org/officeDocument/2006/relationships/image" Target="/ppt/media/image2.png" Id="Raa1e30aa770944ff" /><Relationship Type="http://schemas.openxmlformats.org/officeDocument/2006/relationships/notesSlide" Target="/ppt/notesSlides/notesSlide4.xml" Id="R4c1948d18a8e44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4ad5d05854254" /><Relationship Type="http://schemas.openxmlformats.org/officeDocument/2006/relationships/notesSlide" Target="/ppt/notesSlides/notesSlide5.xml" Id="R76e95fa7a05548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0e2fe632c540d1" /><Relationship Type="http://schemas.openxmlformats.org/officeDocument/2006/relationships/notesSlide" Target="/ppt/notesSlides/notesSlide6.xml" Id="R610311dd714d44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6d27559174ffb" /><Relationship Type="http://schemas.openxmlformats.org/officeDocument/2006/relationships/notesSlide" Target="/ppt/notesSlides/notesSlide7.xml" Id="R42932f36b95e4b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3449704444b29" /><Relationship Type="http://schemas.openxmlformats.org/officeDocument/2006/relationships/image" Target="/ppt/media/image3.png" Id="R2c880d5aa3dc4beb" /><Relationship Type="http://schemas.openxmlformats.org/officeDocument/2006/relationships/notesSlide" Target="/ppt/notesSlides/notesSlide8.xml" Id="R1e7fefe74ba04b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d49bf4a424483" /><Relationship Type="http://schemas.openxmlformats.org/officeDocument/2006/relationships/image" Target="/ppt/media/image4.png" Id="Racb8e49ce66a4d0c" /><Relationship Type="http://schemas.openxmlformats.org/officeDocument/2006/relationships/notesSlide" Target="/ppt/notesSlides/notesSlide9.xml" Id="R5e2a0cbc172947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e5631d1a94fa5" /><Relationship Type="http://schemas.openxmlformats.org/officeDocument/2006/relationships/notesSlide" Target="/ppt/notesSlides/notesSlide10.xml" Id="R30149f27501f44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9bdda86f34835" /><Relationship Type="http://schemas.openxmlformats.org/officeDocument/2006/relationships/notesSlide" Target="/ppt/notesSlides/notesSlide11.xml" Id="Rd35b7ffe8b3c41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908BB-3951-488D-AFDA-3B8F5F0D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Project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67175-EBDB-4F71-92E2-80D9ECD1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Ước lượng nguy cơ trễ hạn thanh toán thẻ tín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85839-6BAC-4E08-AE8B-87FDCF97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D7E8F0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7E8F0"/>
                </a:solidFill>
              </a:defRPr>
            </a:pPr>
            <a:r>
              <a:rPr sz="1200" b="0">
                <a:solidFill>
                  <a:srgbClr val="D7E8F0"/>
                </a:solidFill>
              </a:rPr>
              <a:t>Báo cáo bàn giao | [BỔ SUNG tên thành viên] | 08/10/2026</a:t>
            </a:r>
          </a:p>
        </p:txBody>
      </p:sp>
    </p:spTree>
    <p:extLst>
      <p:ext uri="{BB962C8B-B14F-4D97-AF65-F5344CB8AC3E}">
        <p14:creationId xmlns:p14="http://schemas.microsoft.com/office/powerpoint/2010/main" val="1814457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6DDA8-B553-4168-B309-EBB19275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29E43-72BE-4922-8591-4AF25D1F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Bối cảnh và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031DC-122E-4D9D-9B0B-91801A2A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Hỗ trợ học tập cho quy trình nhắc thanh toán, không quyết định cấp tín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8E4AF-6D60-497B-8A25-E0DBAFF7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Target: default_payment_next_month theo bộ dữ liệu UCI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3A148-30F6-4DD4-B670-75D9BDEB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Câu hỏi: ưu tiên cảnh báo với trade-off chi phí giả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91145-3B91-4E55-93A1-33E8BEF6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Không suy diễn nguyên nhân cá nhân hoặc đưa ra quyết định bất lợi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EBACA-529D-4FE9-B47B-6D2DA842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2/11</a:t>
            </a:r>
          </a:p>
        </p:txBody>
      </p:sp>
    </p:spTree>
    <p:extLst>
      <p:ext uri="{BB962C8B-B14F-4D97-AF65-F5344CB8AC3E}">
        <p14:creationId xmlns:p14="http://schemas.microsoft.com/office/powerpoint/2010/main" val="423900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5A721-8E38-4B68-9086-F341FDFF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42784-B64C-4475-ACE7-EE0C4B86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Dữ liệu và thời điểm dự đoán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F1F15-741E-41C1-A1A0-4AC9690E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Default of Credit Card Clients từ UCI, 30.000 bản ghi, 25 cột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A075D-8AC4-4A14-B41A-C9FF1E24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Lịch sử 6 tháng: PAY_*, BILL_AMT*, PAY_AMT*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01301-E94D-45B5-9679-92C0922F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ID chỉ cố định split, không là đặc trưng; target không đi vào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88DE2-CC75-4DDD-99D3-BED25CA8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CSV Kaggle chỉ dùng đối chiếu nội dung, không thay nguồn UCI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B667F-9121-4D69-8981-E2F9BA8CD2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ef02889a44876"/>
          <a:stretch xmlns:a="http://schemas.openxmlformats.org/drawingml/2006/main"/>
        </p:blipFill>
        <p:spPr>
          <a:xfrm xmlns:a="http://schemas.openxmlformats.org/drawingml/2006/main">
            <a:off x="6381750" y="1666875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C512C-EADB-4D0C-A28D-74386DF3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3/11</a:t>
            </a:r>
          </a:p>
        </p:txBody>
      </p:sp>
    </p:spTree>
    <p:extLst>
      <p:ext uri="{BB962C8B-B14F-4D97-AF65-F5344CB8AC3E}">
        <p14:creationId xmlns:p14="http://schemas.microsoft.com/office/powerpoint/2010/main" val="1989805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CC1F2-5A4D-4E1E-A8BD-1BB1C578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10C6A-EDC6-4A1C-A221-81D11255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Chống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EB40C-55AB-4511-AB96-9652B44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Cùng split cho toàn bộ thí nghiệm và test bị cô lập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3EB7B-AD1D-49A0-8942-6379B21F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Stratified 60/20/20, random_state=42; EDA chỉ dùng train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EA92E-8FDA-4C6E-B323-53CFE4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Imputation, scaling, one-hot nằm trong Pipeline và fit trong train/fold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02856-3D4A-428B-95CA-014D317E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Không oversample trước split; không dùng test để chọn C, model hay threshold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1A1D9-B317-4D4B-9DF8-66DAA1C8C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e30aa770944ff"/>
          <a:stretch xmlns:a="http://schemas.openxmlformats.org/drawingml/2006/main"/>
        </p:blipFill>
        <p:spPr>
          <a:xfrm xmlns:a="http://schemas.openxmlformats.org/drawingml/2006/main">
            <a:off x="6350000" y="1524000"/>
            <a:ext cx="454025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556CA-833D-41EC-ACAA-CB0140DA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4/11</a:t>
            </a:r>
          </a:p>
        </p:txBody>
      </p:sp>
    </p:spTree>
    <p:extLst>
      <p:ext uri="{BB962C8B-B14F-4D97-AF65-F5344CB8AC3E}">
        <p14:creationId xmlns:p14="http://schemas.microsoft.com/office/powerpoint/2010/main" val="461659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7210F-EC1F-4581-B0C6-D9B9720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CFEC0-F02E-47DA-B33D-2C8E342E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Baseline và lựa chọn mô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1B101-AE4C-483A-B205-DEA5B331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Logistic Regression, C chọn bằng Stratified 5-fold CV trên train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C62B3-E304-42A7-8C48-5DFE855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Baseline luôn không-default đặt mốc tối thiểu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591F0-DD8D-4E1D-A00A-C5693BB5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Unweighted và class_weight=balanced cùng C=1.0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275B1-09E6-4309-AF31-AFB6EF14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Không gọi chênh AP ~0.0004 là vượt trội rõ rệt; chọn unweighted theo chi phí validation và Brier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7759A-922B-45BC-B489-45D7BC7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5/11</a:t>
            </a:r>
          </a:p>
        </p:txBody>
      </p:sp>
    </p:spTree>
    <p:extLst>
      <p:ext uri="{BB962C8B-B14F-4D97-AF65-F5344CB8AC3E}">
        <p14:creationId xmlns:p14="http://schemas.microsoft.com/office/powerpoint/2010/main" val="1553335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03DFF-35FB-4732-AE02-15D6CE3F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6665A-CB7D-45E1-B594-DC3A6A09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Bốn thí nghiệm bắt buộc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BADD1-EB80-4D83-AFE2-AEBAAD15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Accuracy không đủ khi lớp default ít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0CB2E-51CB-4DD0-8B3E-0A5272C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So sánh accuracy, AP và recall default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39FA8-CA40-4C29-84EA-62A5C907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Reliability diagram và Brier cho xác suất gốc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68B0F-E3B2-4B0E-9301-C2E466B0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Ngưỡng 0.5, 0.1667 và validation minimum; audit SEX, EDUCATION, MARRIAGE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11C16-2A3F-4502-BD3A-7F317748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6/11</a:t>
            </a:r>
          </a:p>
        </p:txBody>
      </p:sp>
    </p:spTree>
    <p:extLst>
      <p:ext uri="{BB962C8B-B14F-4D97-AF65-F5344CB8AC3E}">
        <p14:creationId xmlns:p14="http://schemas.microsoft.com/office/powerpoint/2010/main" val="973909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5E4E-9244-4E5D-BBA5-451F80EF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64890-E205-478A-846C-76EC16B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Ngưỡng 0.150 và chi phí giả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62768-21FF-4A6C-9505-C9684EE1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Quy ước FP=1, FN=5, TP=TN=0; không phải chi phí thực ngân hàng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B6857-A282-4126-B88A-AB5EB597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Ngưỡng lý thuyết: 1 / (1 + 5) = 0.1667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8B4FB-6E2F-4106-8A41-0EC727B9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Validation unweighted @ 0.150: cost 3405, 0.5675/khách, recall 0.7483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4E312-872B-4C5C-95A1-F15E11F7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Hạ ngưỡng tăng recall nhưng tăng cảnh báo nhầm và làm accuracy giảm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E18F6-C04E-4510-897E-272EC20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7/11</a:t>
            </a:r>
          </a:p>
        </p:txBody>
      </p:sp>
    </p:spTree>
    <p:extLst>
      <p:ext uri="{BB962C8B-B14F-4D97-AF65-F5344CB8AC3E}">
        <p14:creationId xmlns:p14="http://schemas.microsoft.com/office/powerpoint/2010/main" val="1831765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23693-6F4D-4D03-8117-66DA4ADE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1B144-E1E1-4400-ACE0-BDD8B9EC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Kết quả test sau freeze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CEBBD-4D63-46BF-97C1-FD8FDB15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Đánh giá duy nhất sau khi pipeline, C, calibration và threshold được khóa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B7789-3FF4-4DC2-973D-455B9A3F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Accuracy 0.6452 | Precision 0.3542 | Recall 0.7340 | F1 0.4778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AB6E3-9BF9-442E-A0DB-87E973CC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AP 0.5254 | ROC-AUC 0.7591 | Brier 0.1388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63FA8-A22D-4B81-A02B-B87172CF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TN 2897 | FP 1776 | FN 353 | TP 974 | Cost 3541 (0.5902/khách)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101E9-FED3-4E12-A217-EFA9642823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80d5aa3dc4beb"/>
          <a:stretch xmlns:a="http://schemas.openxmlformats.org/drawingml/2006/main"/>
        </p:blipFill>
        <p:spPr>
          <a:xfrm xmlns:a="http://schemas.openxmlformats.org/drawingml/2006/main">
            <a:off x="6238875" y="1631156"/>
            <a:ext cx="4667250" cy="350043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95E98-384F-4CE6-A552-8B7CF4CC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8/11</a:t>
            </a:r>
          </a:p>
        </p:txBody>
      </p:sp>
    </p:spTree>
    <p:extLst>
      <p:ext uri="{BB962C8B-B14F-4D97-AF65-F5344CB8AC3E}">
        <p14:creationId xmlns:p14="http://schemas.microsoft.com/office/powerpoint/2010/main" val="1997414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B08C1-B2FB-4BBF-B846-B2FF1914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9F1B8-CEB3-40B6-954A-1F7D06D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Audit và giới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BA9C7-42B6-4E8D-A5FC-223B52FD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Không kết luận công bằng từ một chỉ số hoặc từ nhóm mẫu nhỏ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D8923-AED8-4ADA-AA4C-063EBC68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SEX mã 1: recall 0.7861, FPR 0.4318; mã 2: recall 0.6958, FPR 0.3464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C1459-C2C4-4891-B513-A0ED9692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EDUCATION 0, 4, 5, 6 và MARRIAGE 0, 3 có nhóm nhỏ hoặc ít default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C28E-BBAF-4735-9564-E7F7C8B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Mã chưa rõ nghĩa vẫn là nhóm riêng; audit không chứng minh quan hệ nhân quả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51483-87F1-4B85-9013-45F7CE853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8e49ce66a4d0c"/>
          <a:stretch xmlns:a="http://schemas.openxmlformats.org/drawingml/2006/main"/>
        </p:blipFill>
        <p:spPr>
          <a:xfrm xmlns:a="http://schemas.openxmlformats.org/drawingml/2006/main">
            <a:off x="6096000" y="2357657"/>
            <a:ext cx="5048250" cy="199981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AE3FE-1994-4F3F-8AC6-4BA03A11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9/11</a:t>
            </a:r>
          </a:p>
        </p:txBody>
      </p:sp>
    </p:spTree>
    <p:extLst>
      <p:ext uri="{BB962C8B-B14F-4D97-AF65-F5344CB8AC3E}">
        <p14:creationId xmlns:p14="http://schemas.microsoft.com/office/powerpoint/2010/main" val="316351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5BA62-2C61-480A-8F2B-6B9FAA9D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B3264-258D-4D8A-8FB3-B0709606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Sản phẩm web và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C92EF-6E12-45D5-9126-2E43A0E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Pipeline phục vụ được nạp một lần khi khởi động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40282-E6CC-4386-BBFA-5BA7E9C8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POST /api/risk-score nhận 23 đặc trưng, từ chối ID/target và dữ liệu không hợp lệ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416FD-3D6C-4ED5-A19E-70DD4A53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Trả xác suất, threshold 0.150, nhóm cảnh báo và model 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36DFD-ABB1-4557-B75F-95F28C2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Ba màn hình: Giới thiệu, Mô phỏng, Dashboard; thanh trượt chỉ minh họa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CB954-8D16-483F-9ABB-B795281D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10/11</a:t>
            </a:r>
          </a:p>
        </p:txBody>
      </p:sp>
    </p:spTree>
    <p:extLst>
      <p:ext uri="{BB962C8B-B14F-4D97-AF65-F5344CB8AC3E}">
        <p14:creationId xmlns:p14="http://schemas.microsoft.com/office/powerpoint/2010/main" val="10292888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FBD2C-7DD3-43F7-BC87-360DECE2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7A998-D1EE-4CE7-B369-A9AEB27C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Demo và 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5F626-AE8F-4846-B4B8-5B5B765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Demo 5-7 phút trong tổng thời lượng 12-15 phút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7B6E0-9A14-4096-AB96-E31D7C5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Demo: dữ liệu → leakage → dashboard → mô phỏng → API → giới hạn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98C43-376E-4050-80D4-068DA8F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Chỉ phục vụ học tập và hỗ trợ nhắc thanh toán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51E22-6955-4068-866E-499ED80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Không tuning lại từ test; tái lập theo README và deliverables/reproducibility.md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19F1E-6A4D-4798-AE0F-B5A8D4BC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11/11</a:t>
            </a:r>
          </a:p>
        </p:txBody>
      </p:sp>
    </p:spTree>
    <p:extLst>
      <p:ext uri="{BB962C8B-B14F-4D97-AF65-F5344CB8AC3E}">
        <p14:creationId xmlns:p14="http://schemas.microsoft.com/office/powerpoint/2010/main" val="1577289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2026-10-11T14:52:10.9320000Z</dcterms:created>
  <dcterms:modified xsi:type="dcterms:W3CDTF">2026-10-11T14:52:10.9320000Z</dcterms:modified>
</coreProperties>
</file>