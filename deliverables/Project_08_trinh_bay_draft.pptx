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d70a86a0364407" /><Relationship Type="http://schemas.openxmlformats.org/officeDocument/2006/relationships/extended-properties" Target="/docProps/app.xml" Id="Raa342a1c8a0d4b54" /><Relationship Type="http://schemas.openxmlformats.org/officeDocument/2006/relationships/officeDocument" Target="/ppt/presentation.xml" Id="R38a50a806f8448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c6c3ef4a984314"/>
  </p:sldMasterIdLst>
  <p:notesMasterIdLst>
    <p:notesMasterId xmlns:r="http://schemas.openxmlformats.org/officeDocument/2006/relationships" r:id="R9b35194cbee74106"/>
  </p:notesMasterIdLst>
  <p:sldIdLst>
    <p:sldId xmlns:r="http://schemas.openxmlformats.org/officeDocument/2006/relationships" id="256" r:id="Rbf0a028f8e094841"/>
    <p:sldId xmlns:r="http://schemas.openxmlformats.org/officeDocument/2006/relationships" id="257" r:id="R21129442494e4e85"/>
    <p:sldId xmlns:r="http://schemas.openxmlformats.org/officeDocument/2006/relationships" id="258" r:id="R20965280bcd14ac5"/>
    <p:sldId xmlns:r="http://schemas.openxmlformats.org/officeDocument/2006/relationships" id="259" r:id="Rcfa580e8b74c4d7a"/>
    <p:sldId xmlns:r="http://schemas.openxmlformats.org/officeDocument/2006/relationships" id="260" r:id="R254f574f94984268"/>
    <p:sldId xmlns:r="http://schemas.openxmlformats.org/officeDocument/2006/relationships" id="261" r:id="Ra130b63ecd544897"/>
    <p:sldId xmlns:r="http://schemas.openxmlformats.org/officeDocument/2006/relationships" id="262" r:id="Rb342546e07984829"/>
    <p:sldId xmlns:r="http://schemas.openxmlformats.org/officeDocument/2006/relationships" id="263" r:id="R288796f727c34fdf"/>
    <p:sldId xmlns:r="http://schemas.openxmlformats.org/officeDocument/2006/relationships" id="264" r:id="R2e3af563276f4707"/>
    <p:sldId xmlns:r="http://schemas.openxmlformats.org/officeDocument/2006/relationships" id="265" r:id="Raeaecb3f1b04446b"/>
    <p:sldId xmlns:r="http://schemas.openxmlformats.org/officeDocument/2006/relationships" id="266" r:id="R2ef71d57ce7748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408ab928a4f96" /><Relationship Type="http://schemas.openxmlformats.org/officeDocument/2006/relationships/slideMaster" Target="/ppt/slideMasters/slideMaster1.xml" Id="Rf8c6c3ef4a984314" /><Relationship Type="http://schemas.openxmlformats.org/officeDocument/2006/relationships/notesMaster" Target="/ppt/notesMasters/notesMaster1.xml" Id="R9b35194cbee74106" /><Relationship Type="http://schemas.openxmlformats.org/officeDocument/2006/relationships/presProps" Target="/ppt/presProps.xml" Id="Rd1f70cb6b83b44bc" /><Relationship Type="http://schemas.openxmlformats.org/officeDocument/2006/relationships/tableStyles" Target="/ppt/tableStyles.xml" Id="Rd9e720f243bc4531" /><Relationship Type="http://schemas.openxmlformats.org/officeDocument/2006/relationships/slide" Target="/ppt/slides/slide1.xml" Id="Rbf0a028f8e094841" /><Relationship Type="http://schemas.openxmlformats.org/officeDocument/2006/relationships/slide" Target="/ppt/slides/slide2.xml" Id="R21129442494e4e85" /><Relationship Type="http://schemas.openxmlformats.org/officeDocument/2006/relationships/slide" Target="/ppt/slides/slide3.xml" Id="R20965280bcd14ac5" /><Relationship Type="http://schemas.openxmlformats.org/officeDocument/2006/relationships/slide" Target="/ppt/slides/slide4.xml" Id="Rcfa580e8b74c4d7a" /><Relationship Type="http://schemas.openxmlformats.org/officeDocument/2006/relationships/slide" Target="/ppt/slides/slide5.xml" Id="R254f574f94984268" /><Relationship Type="http://schemas.openxmlformats.org/officeDocument/2006/relationships/slide" Target="/ppt/slides/slide6.xml" Id="Ra130b63ecd544897" /><Relationship Type="http://schemas.openxmlformats.org/officeDocument/2006/relationships/slide" Target="/ppt/slides/slide7.xml" Id="Rb342546e07984829" /><Relationship Type="http://schemas.openxmlformats.org/officeDocument/2006/relationships/slide" Target="/ppt/slides/slide8.xml" Id="R288796f727c34fdf" /><Relationship Type="http://schemas.openxmlformats.org/officeDocument/2006/relationships/slide" Target="/ppt/slides/slide9.xml" Id="R2e3af563276f4707" /><Relationship Type="http://schemas.openxmlformats.org/officeDocument/2006/relationships/slide" Target="/ppt/slides/slide10.xml" Id="Raeaecb3f1b04446b" /><Relationship Type="http://schemas.openxmlformats.org/officeDocument/2006/relationships/slide" Target="/ppt/slides/slide11.xml" Id="R2ef71d57ce7748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5658807ac43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4c7c8665db4c3f" /><Relationship Type="http://schemas.openxmlformats.org/officeDocument/2006/relationships/notesMaster" Target="/ppt/notesMasters/notesMaster1.xml" Id="R8b2d50ba41f248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5cd4745d344a55" /><Relationship Type="http://schemas.openxmlformats.org/officeDocument/2006/relationships/notesMaster" Target="/ppt/notesMasters/notesMaster1.xml" Id="Rb1bdb24dba8c42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f2e1bbdf3d455d" /><Relationship Type="http://schemas.openxmlformats.org/officeDocument/2006/relationships/notesMaster" Target="/ppt/notesMasters/notesMaster1.xml" Id="R7a44a040598345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80c78ac3fd48b1" /><Relationship Type="http://schemas.openxmlformats.org/officeDocument/2006/relationships/notesMaster" Target="/ppt/notesMasters/notesMaster1.xml" Id="Rb9dbad561676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991020708544fd" /><Relationship Type="http://schemas.openxmlformats.org/officeDocument/2006/relationships/notesMaster" Target="/ppt/notesMasters/notesMaster1.xml" Id="R6c4851e9d2ba44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67b87fee784ca1" /><Relationship Type="http://schemas.openxmlformats.org/officeDocument/2006/relationships/notesMaster" Target="/ppt/notesMasters/notesMaster1.xml" Id="Rf7cbe781a9cd4c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1d74ad69144b66" /><Relationship Type="http://schemas.openxmlformats.org/officeDocument/2006/relationships/notesMaster" Target="/ppt/notesMasters/notesMaster1.xml" Id="R5184deb6ee6147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c261f130494e8a" /><Relationship Type="http://schemas.openxmlformats.org/officeDocument/2006/relationships/notesMaster" Target="/ppt/notesMasters/notesMaster1.xml" Id="R780531919f9a47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ed42116da542fe" /><Relationship Type="http://schemas.openxmlformats.org/officeDocument/2006/relationships/notesMaster" Target="/ppt/notesMasters/notesMaster1.xml" Id="Rf0cc8427358448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e6f828a7ef42c2" /><Relationship Type="http://schemas.openxmlformats.org/officeDocument/2006/relationships/notesMaster" Target="/ppt/notesMasters/notesMaster1.xml" Id="Re24585c7abcb40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d0badc61354940" /><Relationship Type="http://schemas.openxmlformats.org/officeDocument/2006/relationships/notesMaster" Target="/ppt/notesMasters/notesMaster1.xml" Id="Rb6865d784a1242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2c294795c429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7930abf9e44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a9f71cd4e4c0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1b7568a7446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1004b2f5348b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13f3c34ee49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1E3E39-2CC3-4AED-ADC9-9832B6F918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F7F214-365A-4CE5-B3ED-7D59478016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DDE77ED-4F5E-44F8-822F-75C5817DB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5013B7-4D6C-491C-956B-79361B0884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7F89B8-3D58-49AA-8897-9F088CC8A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8D5A7E-CE8B-45EF-9E9A-9CE945703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F13021-07AF-42A0-AA27-7F31857D9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DF9540-E741-4064-AAA9-CC0C6979CA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C0D6F2-CEEE-4A47-A59F-B2482F0076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BA1892-A92F-4129-B26C-F5183825CA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7bb2bb020b4079" /><Relationship Type="http://schemas.openxmlformats.org/officeDocument/2006/relationships/slideLayout" Target="/ppt/slideLayouts/slideLayout1.xml" Id="R9bc007817a2a4ed4" /><Relationship Type="http://schemas.openxmlformats.org/officeDocument/2006/relationships/slideLayout" Target="/ppt/slideLayouts/slideLayout2.xml" Id="Ree890839e9304e92" /><Relationship Type="http://schemas.openxmlformats.org/officeDocument/2006/relationships/slideLayout" Target="/ppt/slideLayouts/slideLayout3.xml" Id="R97c89074fc014da1" /><Relationship Type="http://schemas.openxmlformats.org/officeDocument/2006/relationships/slideLayout" Target="/ppt/slideLayouts/slideLayout4.xml" Id="R356571daed484f84" /><Relationship Type="http://schemas.openxmlformats.org/officeDocument/2006/relationships/slideLayout" Target="/ppt/slideLayouts/slideLayout5.xml" Id="R27910267d8e54647" /><Relationship Type="http://schemas.openxmlformats.org/officeDocument/2006/relationships/slideLayout" Target="/ppt/slideLayouts/slideLayout6.xml" Id="R9c43ada6d18745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007817a2a4ed4"/>
    <p:sldLayoutId xmlns:r="http://schemas.openxmlformats.org/officeDocument/2006/relationships" id="2147483650" r:id="Ree890839e9304e92"/>
    <p:sldLayoutId xmlns:r="http://schemas.openxmlformats.org/officeDocument/2006/relationships" id="2147483651" r:id="R97c89074fc014da1"/>
    <p:sldLayoutId xmlns:r="http://schemas.openxmlformats.org/officeDocument/2006/relationships" id="2147483652" r:id="R356571daed484f84"/>
    <p:sldLayoutId xmlns:r="http://schemas.openxmlformats.org/officeDocument/2006/relationships" id="2147483653" r:id="R27910267d8e54647"/>
    <p:sldLayoutId xmlns:r="http://schemas.openxmlformats.org/officeDocument/2006/relationships" id="2147483654" r:id="R9c43ada6d18745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d852ddb364009" /><Relationship Type="http://schemas.openxmlformats.org/officeDocument/2006/relationships/notesSlide" Target="/ppt/notesSlides/notesSlide1.xml" Id="Rd1c0009f77cd42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83e233c33c47db" /><Relationship Type="http://schemas.openxmlformats.org/officeDocument/2006/relationships/notesSlide" Target="/ppt/notesSlides/notesSlide2.xml" Id="R13dd255c7cd643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03376d73974a66" /><Relationship Type="http://schemas.openxmlformats.org/officeDocument/2006/relationships/notesSlide" Target="/ppt/notesSlides/notesSlide3.xml" Id="R164c8df4d63444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5c45acd6284cf4" /><Relationship Type="http://schemas.openxmlformats.org/officeDocument/2006/relationships/notesSlide" Target="/ppt/notesSlides/notesSlide4.xml" Id="R8b281858288348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fcf3a39e344b7" /><Relationship Type="http://schemas.openxmlformats.org/officeDocument/2006/relationships/notesSlide" Target="/ppt/notesSlides/notesSlide5.xml" Id="R174b02a8f0a1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3a105fdd414ae9" /><Relationship Type="http://schemas.openxmlformats.org/officeDocument/2006/relationships/notesSlide" Target="/ppt/notesSlides/notesSlide6.xml" Id="Re837e3012c9942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0d86079c01468c" /><Relationship Type="http://schemas.openxmlformats.org/officeDocument/2006/relationships/notesSlide" Target="/ppt/notesSlides/notesSlide7.xml" Id="R5cfded455da342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1d113d694b49ef" /><Relationship Type="http://schemas.openxmlformats.org/officeDocument/2006/relationships/notesSlide" Target="/ppt/notesSlides/notesSlide8.xml" Id="Re49798226afd4b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30ee5b6c74d81" /><Relationship Type="http://schemas.openxmlformats.org/officeDocument/2006/relationships/notesSlide" Target="/ppt/notesSlides/notesSlide9.xml" Id="R24c2c49e8b1b41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bc3edce42e4577" /><Relationship Type="http://schemas.openxmlformats.org/officeDocument/2006/relationships/notesSlide" Target="/ppt/notesSlides/notesSlide10.xml" Id="R7f92937dcc0245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5316f6c66a451f" /><Relationship Type="http://schemas.openxmlformats.org/officeDocument/2006/relationships/notesSlide" Target="/ppt/notesSlides/notesSlide11.xml" Id="R01d86585a91b4d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2E6BE-E759-44B0-9E5B-7718C506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430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1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Project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5D7D2-5038-4EF4-BA64-A42327C9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Ước lượng nguy cơ trễ hạn thanh toán thẻ tín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19DD5-9AFD-4B21-B5FF-384F8971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D7E8F0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D7E8F0"/>
                </a:solidFill>
              </a:defRPr>
            </a:pPr>
            <a:r>
              <a:rPr sz="1200" b="0">
                <a:solidFill>
                  <a:srgbClr val="D7E8F0"/>
                </a:solidFill>
              </a:rPr>
              <a:t>Báo cáo bàn giao | [BỔ SUNG tên thành viên] | 08/10/2026</a:t>
            </a:r>
          </a:p>
        </p:txBody>
      </p:sp>
    </p:spTree>
    <p:extLst>
      <p:ext uri="{BB962C8B-B14F-4D97-AF65-F5344CB8AC3E}">
        <p14:creationId xmlns:p14="http://schemas.microsoft.com/office/powerpoint/2010/main" val="20483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7FCB7-CB47-40A3-9344-7A8607B6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3E6F2-1E29-482A-A420-8368D6FA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Bối cảnh và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9642A-684E-44FA-8145-9C9164C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Hỗ trợ học tập cho quy trình nhắc thanh toán, không quyết định cấp tín dụng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7F59E-D469-4325-B7BF-FCEBFC78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Target: default_payment_next_month theo bộ dữ liệu UCI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24CF5-23D5-49E9-90FE-7EAFEEFE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Câu hỏi: ưu tiên cảnh báo với trade-off chi phí giả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39C9F-19B6-4AEC-8623-3F189EF7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suy diễn nguyên nhân cá nhân hoặc đưa ra quyết định bất lợi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299DD-B23C-4FCC-B1C0-7D8F9759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2/11</a:t>
            </a:r>
          </a:p>
        </p:txBody>
      </p:sp>
    </p:spTree>
    <p:extLst>
      <p:ext uri="{BB962C8B-B14F-4D97-AF65-F5344CB8AC3E}">
        <p14:creationId xmlns:p14="http://schemas.microsoft.com/office/powerpoint/2010/main" val="507134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6BCE5-81CF-4AEF-B46D-3626EBC0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8C61E-D04D-4E98-8A3B-C73776AF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Dữ liệu và thời điểm dự đoán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2A3D8-BF4A-42C7-9DDB-368731E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Default of Credit Card Clients từ UCI, 30.000 bản ghi, 25 cột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46C22-6FC8-4DEC-875C-90C2FB8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Lịch sử 6 tháng: PAY_*, BILL_AMT*, PAY_AMT*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BEEE6-23B1-46BC-BB8F-E5EDDEE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ID chỉ cố định split, không là đặc trưng; target không đi vào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5CC00-0432-41D6-B206-156D28D0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CSV Kaggle chỉ dùng đối chiếu nội dung, không thay nguồn UCI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08FEA-E944-44D1-B491-F68D94B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3/11</a:t>
            </a:r>
          </a:p>
        </p:txBody>
      </p:sp>
    </p:spTree>
    <p:extLst>
      <p:ext uri="{BB962C8B-B14F-4D97-AF65-F5344CB8AC3E}">
        <p14:creationId xmlns:p14="http://schemas.microsoft.com/office/powerpoint/2010/main" val="3362160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B522D-61CF-41F1-858A-ADC9D956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DF34C-1878-4B08-AB43-65EE8882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Chống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C4FF4-A979-4503-B435-11157EDA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Cùng split cho toàn bộ thí nghiệm và test bị cô lập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024AB-A780-49A1-9BE7-3366FE1E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Stratified 60/20/20, random_state=42; EDA chỉ dùng 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04B3B-C24B-48C9-8005-580412CF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Imputation, scaling, one-hot nằm trong Pipeline và fit trong train/fold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D5E8B2-5F2F-4C70-8AB3-EF746613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oversample trước split; không dùng test để chọn C, model hay threshold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9471B-67E1-4C86-88AF-BF2ED219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4/11</a:t>
            </a:r>
          </a:p>
        </p:txBody>
      </p:sp>
    </p:spTree>
    <p:extLst>
      <p:ext uri="{BB962C8B-B14F-4D97-AF65-F5344CB8AC3E}">
        <p14:creationId xmlns:p14="http://schemas.microsoft.com/office/powerpoint/2010/main" val="1390113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35082-D3C6-4964-8D0B-A9AEF2F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CC189-0047-4E2B-BBF8-301FB083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Baseline và lựa chọn mô hình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4C01F-CEE0-408B-B3FC-6ED854CB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Logistic Regression, C chọn bằng Stratified 5-fold CV trên train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3D2FD-3DCA-44F4-9D0E-C063C134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Baseline luôn không-default đặt mốc tối thiểu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5DBDC-BA80-44A9-A2CA-D8044D18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Unweighted và class_weight=balanced cùng C=1.0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827D1-5ED5-45BB-99AE-E41B2D77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gọi chênh AP ~0.0004 là vượt trội rõ rệt; chọn unweighted theo chi phí validation và Brier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2858D-1A73-4BCF-A316-D81A99EC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5/11</a:t>
            </a:r>
          </a:p>
        </p:txBody>
      </p:sp>
    </p:spTree>
    <p:extLst>
      <p:ext uri="{BB962C8B-B14F-4D97-AF65-F5344CB8AC3E}">
        <p14:creationId xmlns:p14="http://schemas.microsoft.com/office/powerpoint/2010/main" val="1557151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C769E-1B14-4D53-A071-4DE23DFF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BC924B-C19F-455F-B1A6-AC3A8AF9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Bốn thí nghiệm bắt buộc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716C1-A474-4165-8A13-0EDAA456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Accuracy không đủ khi lớp default ít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7BCBA-040E-4734-8927-2E3D737E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So sánh accuracy, AP và recall default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731A3-2465-4586-ADD2-299DDD93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Reliability diagram và Brier cho xác suất gốc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D1708-CDAD-4AB3-94B8-437C7BD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Ngưỡng 0.5, 0.1667 và validation minimum; audit SEX, EDUCATION, MARRIAGE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8CCC69-1E4A-4990-8C22-4D07C9D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6/11</a:t>
            </a:r>
          </a:p>
        </p:txBody>
      </p:sp>
    </p:spTree>
    <p:extLst>
      <p:ext uri="{BB962C8B-B14F-4D97-AF65-F5344CB8AC3E}">
        <p14:creationId xmlns:p14="http://schemas.microsoft.com/office/powerpoint/2010/main" val="7511949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DFF3B-8492-4CBF-81E0-2F236B68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A8751-FE0B-4C2C-B260-2A7AD5C1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Ngưỡng 0.150 và chi phí giả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66803-3A21-46E5-85A3-0549328A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Quy ước FP=1, FN=5, TP=TN=0; không phải chi phí thực ngân hàng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CA9A1-CA74-4CE8-8DE7-4F1763E2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Ngưỡng lý thuyết: 1 / (1 + 5) = 0.1667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01E98-80E6-4196-AC94-D3C6D130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Validation unweighted @ 0.150: cost 3405, 0.5675/khách, recall 0.7483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87C34-3ED9-4322-8523-3DA1B959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Hạ ngưỡng tăng recall nhưng tăng cảnh báo nhầm và làm accuracy giảm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CEB14-2A27-4914-9311-FFE66D65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7/11</a:t>
            </a:r>
          </a:p>
        </p:txBody>
      </p:sp>
    </p:spTree>
    <p:extLst>
      <p:ext uri="{BB962C8B-B14F-4D97-AF65-F5344CB8AC3E}">
        <p14:creationId xmlns:p14="http://schemas.microsoft.com/office/powerpoint/2010/main" val="1382315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AE6D0-5996-408F-8F06-52A04907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DD5E96-96ED-4378-83A7-B7C73FE7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Kết quả test sau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F5716-9A5C-47EF-876E-E8F07112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Đánh giá duy nhất sau khi pipeline, C, calibration và threshold được khóa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17B23-422D-45BD-BEB4-182A6A7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Accuracy 0.6452 | Precision 0.3542 | Recall 0.7340 | F1 0.4778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AD210-DB2D-4588-86FC-E8188C27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AP 0.5254 | ROC-AUC 0.7591 | Brier 0.1388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AF7BF-703F-4CA7-BB30-96E347E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TN 2897 | FP 1776 | FN 353 | TP 974 | Cost 3541 (0.5902/khách)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E3B3A-5BB1-4E66-AE11-6E8945E9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8/11</a:t>
            </a:r>
          </a:p>
        </p:txBody>
      </p:sp>
    </p:spTree>
    <p:extLst>
      <p:ext uri="{BB962C8B-B14F-4D97-AF65-F5344CB8AC3E}">
        <p14:creationId xmlns:p14="http://schemas.microsoft.com/office/powerpoint/2010/main" val="17152320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B79C3-4FD4-45D0-A372-FBBBB50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299A2-C440-47EA-A037-8A9BDA10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Audit và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D55F2-ACFD-4E3F-A70A-6B128CED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Không kết luận công bằng từ một chỉ số hoặc từ nhóm mẫu nhỏ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F7DE7-1820-43A6-A87F-98987F9D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SEX mã 1: recall 0.7861, FPR 0.4318; mã 2: recall 0.6958, FPR 0.3464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BD4A2-BDED-4144-B337-4129763B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EDUCATION 0, 4, 5, 6 và MARRIAGE 0, 3 có nhóm nhỏ hoặc ít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598A3-F206-4056-96BD-7EC31522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Mã chưa rõ nghĩa vẫn là nhóm riêng; audit không chứng minh quan hệ nhân quả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23B4C-E1B4-4146-AB56-C96B90C0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9/11</a:t>
            </a:r>
          </a:p>
        </p:txBody>
      </p:sp>
    </p:spTree>
    <p:extLst>
      <p:ext uri="{BB962C8B-B14F-4D97-AF65-F5344CB8AC3E}">
        <p14:creationId xmlns:p14="http://schemas.microsoft.com/office/powerpoint/2010/main" val="18609143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D6DFA-D3F6-4FD9-A1B0-1F3C26A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53E29-1836-4AAC-BAB3-12B2616B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Sản phẩm web và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C6447B-72EF-427F-8246-75F5B339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Pipeline phục vụ được nạp một lần khi khởi động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29165-7118-410E-B40D-A87BC48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POST /api/risk-score nhận 23 đặc trưng, từ chối ID/target và dữ liệu không hợp lệ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0725E-52C5-4F1F-B198-B3955FB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Trả xác suất, threshold 0.150, nhóm cảnh báo và model 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2BA2C-5A29-420D-A896-B57FE5A9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Ba màn hình: Giới thiệu, Mô phỏng, Dashboard; thanh trượt chỉ minh họa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84913-A7CA-45B1-BA00-2741657F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10/11</a:t>
            </a:r>
          </a:p>
        </p:txBody>
      </p:sp>
    </p:spTree>
    <p:extLst>
      <p:ext uri="{BB962C8B-B14F-4D97-AF65-F5344CB8AC3E}">
        <p14:creationId xmlns:p14="http://schemas.microsoft.com/office/powerpoint/2010/main" val="19545773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CD7C8-1B57-4B15-B649-962D000E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0">
            <a:solidFill>
              <a:srgbClr val="12355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4A43B-D4C7-4523-9220-8058E772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2355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2355B"/>
                </a:solidFill>
              </a:defRPr>
            </a:pPr>
            <a:r>
              <a:rPr sz="2400" b="1">
                <a:solidFill>
                  <a:srgbClr val="12355B"/>
                </a:solidFill>
              </a:rPr>
              <a:t>Demo và kết luận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031EC-2507-457E-8BB2-E40AA3FA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477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3616E"/>
                </a:solidFill>
              </a:defRPr>
            </a:pPr>
            <a:r>
              <a:rPr sz="1275" b="0">
                <a:solidFill>
                  <a:srgbClr val="53616E"/>
                </a:solidFill>
              </a:rPr>
              <a:t>Demo 5-7 phút trong tổng thời lượng 12-15 phút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4747E-EFAB-4B88-9338-4A131450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71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Demo: dữ liệu → leakage → dashboard → mô phỏng → API → giới hạn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31650-3B5A-4FD6-A9E4-D3785768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Chỉ phục vụ học tập và hỗ trợ nhắc thanh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6E1F8-6634-43B1-8B82-FE2F875B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6202A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6202A"/>
                </a:solidFill>
              </a:defRPr>
            </a:pPr>
            <a:r>
              <a:rPr sz="1500" b="0">
                <a:solidFill>
                  <a:srgbClr val="16202A"/>
                </a:solidFill>
              </a:rPr>
              <a:t>• Không tuning lại từ test; tái lập theo README và deliverables/reproducibility.md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97419-ADF1-4A18-9C2B-7714201D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53616E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3616E"/>
                </a:solidFill>
              </a:defRPr>
            </a:pPr>
            <a:r>
              <a:rPr sz="825" b="0">
                <a:solidFill>
                  <a:srgbClr val="53616E"/>
                </a:solidFill>
              </a:rPr>
              <a:t>Project 08   |   11/11</a:t>
            </a:r>
          </a:p>
        </p:txBody>
      </p:sp>
    </p:spTree>
    <p:extLst>
      <p:ext uri="{BB962C8B-B14F-4D97-AF65-F5344CB8AC3E}">
        <p14:creationId xmlns:p14="http://schemas.microsoft.com/office/powerpoint/2010/main" val="1158462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2026-10-08T14:56:19.0890000Z</dcterms:created>
  <dcterms:modified xsi:type="dcterms:W3CDTF">2026-10-08T14:56:19.0900000Z</dcterms:modified>
</coreProperties>
</file>